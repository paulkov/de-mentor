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Декомпозиция и тюнинг тяжёлых запросов в 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Greenplum 6.25: планы, GPORCA vs Legacy, статистика, storage, TEMP.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Цель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Понять оптимизацию Greenplum по косточкам и доказывать rewrite планом.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Стенд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labs/greenplum-625 (GP 6.25.3): seed, check, ORCA/Legacy demo.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Итог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Ученик выбирает optimizer и physical stage осознанно, не по привычке.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Словарь сокращений (1/3) — читайте до «GUC optimizer»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Без расшифровок слайды звучат как внутренний жаргон. Держите этот слайд открытым.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Grand Unified Configuration — параметр сервера PostgreSQL/Greenplum (SHOW/SET / postgresql.conf). Пример: GUC optimizer включает GPORCA или Legacy.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QD / QE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Query Dispatcher (master/coordinator строит план и координирует) / Query Executor (segment исполняет slice плана).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Massively Parallel Processing — запрос режется на slices и бежит параллельно на сегментах с обменом через interconnect.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GPORCA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Pivotal Optimizer (Cascades/memo). Включается GUC optimizer=on. В EXPLAIN: Optimizer: Pivotal Optimizer (GPORCA).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Словарь сокращений (2/3) — план, storage, 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Эти термины появятся в каждом EXPLAIN и deep-dive.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Motion / Slice / Gang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Motion — обмен строк между сегментами (Redistribute/Broadcast/Gather). Slice — кусок плана на gang процессов QE.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Legacy 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Postgres-based planner Greenplum (optimizer=off). В EXPLAIN: Optimizer: Postgres query optimizer.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AO / AOCO / DXL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Append-Only (row) / Append-Only Column-Oriented. DXL — XML-IR между GPORCA и executor (gpopt translator).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MCV / Histogram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MCV — частые значения+freqs (equality). Histogram — equi-depth bounds для range; длина ≈ statistics_target+1.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Словарь (3/3) — star-join и схемы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До слайдов с ORCA/Legacy на v_star_join_orca_case — что значит «star».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Star-join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Запрос к fact-таблице + несколько dimension по FK («звезда»: факты в центре, dims по лучам). Много equi-joins от одной fact.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Fact /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Fact — события/меры (продажи, amount). Dimension — справочники (клиент, продукт, дата) с атрибутами для GROUP BY.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Snowflake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Dims нормализованы дальше (dim → sub-dim). Больше joins, чем у чистой star; сложнее reorder для planner.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Почему важно в GP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Join order + Broadcast/Redistribute dims сильно меняют Motion cost. Здесь ORCA часто сильнее Legacy.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Self-service стенд Урока 03 — Greenplum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Отдельный lab greenplum-625, чтобы демо ORCA/Legacy было воспроизводимо.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python3 mentor-lab.py up greenplum-625</a:t>
            </a:r>
            <a:br/>
            <a:r>
              <a:t>python3 mentor-lab.py check greenplum-625</a:t>
            </a:r>
            <a:br/>
            <a:r>
              <a:t>python3 mentor-lab.py seed greenplum-625 --profile lesson03</a:t>
            </a:r>
            <a:br/>
            <a:r>
              <a:t>python3 mentor-lab.py psql greenplum-625</a:t>
            </a:r>
            <a:br/>
            <a:br/>
            <a:r>
              <a:t># x86_64:</a:t>
            </a:r>
            <a:br/>
            <a:r>
              <a:t>GREENPLUM_625_IMAGE=andruche/greenplum:6.25.3-slim-amd64 \</a:t>
            </a:r>
            <a:br/>
            <a:r>
              <a:t>  python3 mentor-lab.py up greenplum-625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Тяжёлый OLAP = данные + сеть + оценки + выбор оптимизатора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SQL — вход; план — контракт на CPU, IO и interconnect.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Что дорого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Лишний Motion, плохой join order, stale stats, spill, широкая projection.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Рычаги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GUC optimizer on/off, ANALYZE, TEMP stages, DISTRIBUTED BY, Heap/AO/AOCO.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Как Greenplum оптимизирует запрос: стадии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QD строит план; QE исполняют slices. Ошибка на стадии Optimize = дорогая сеть.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SQL → parse tree.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19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7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7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views/rules → query tree.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38" y="278892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6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Optimize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6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Legacy или GPORCA → plan.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95157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5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Dispatch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5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QD → gangs/slices.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76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4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4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QE + Motion + gather.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PHASES →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Одно дерево на все фазы (ментальная карта)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Ниже — не AST дамп, а то, что Senior должен видеть в голове при чтении EXPLAIN.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Parse     → raw parse tree (grammar)</a:t>
            </a:r>
            <a:br/>
            <a:r>
              <a:t>Rewrite   → view expand: v_* → JOIN/WHERE tree</a:t>
            </a:r>
            <a:br/>
            <a:r>
              <a:t>Optimize  → GPORCA memo | Legacy path tree + Motion</a:t>
            </a:r>
            <a:br/>
            <a:r>
              <a:t>Dispatch  → QD режет plan на slices/gangs → QE</a:t>
            </a:r>
            <a:br/>
            <a:r>
              <a:t>Execute   → QE: Scan/Join/Agg + Motion interconnect</a:t>
            </a:r>
            <a:br/>
            <a:r>
              <a:t>            slice N Gather → результат на QD</a:t>
            </a:r>
            <a:br/>
            <a:br/>
            <a:r>
              <a:t>Смотрите в EXPLAIN: sliceK; segments: N + тип Motion.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Фаза Parse: SQL → parse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Грамматика + analyze. Ещё нет Motion и cost — только синтаксическая форма.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Вход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Текст SQL / prepared statement.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Выход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Raw/parsed statement tree (SelectStmt…).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Код GPDB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parser/: https://github.com/greenplum-db/gpdb/blob/6X_STABLE/src/backend/parser/gram.y</a:t>
            </a:r>
            <a:br/>
            <a:r>
              <a:t>analyze: https://github.com/greenplum-db/gpdb/blob/6X_STABLE/src/backend/parser/analyze.c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Практика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Ошибки синтаксиса живут здесь; план ещё не существует.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Фаза Rewrite: views/rules → query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v_heavy_olap_monolith разворачивается в JOIN/WHERE до Optimize.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Что происходит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View expansion, rule rewrite, иногда subquery pull-up. Оптимизатор уже видит развёрнутый join graph, не имя 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Код GPDB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rewriteHandler.c — https://github.com/greenplum-db/gpdb/blob/6X_STABLE/src/backend/rewrite/rewriteHandler.c</a:t>
            </a:r>
            <a:br/>
            <a:r>
              <a:t>На стенде: \d+ lesson03.v_star_join_orca_case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OPTIMIZE = GUC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Фаза Optimize: кто строит plan — решает GUC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GUC = Grand Unified Configuration. SET optimizer выбирает движок поиска плана.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-- GUC optimizer (session / role / postgresql.conf)</a:t>
            </a:r>
            <a:br/>
            <a:r>
              <a:t>SHOW optimizer;              -- on | off</a:t>
            </a:r>
            <a:br/>
            <a:r>
              <a:t>SET optimizer = on;           -- GPORCA (Pivotal Optimizer)</a:t>
            </a:r>
            <a:br/>
            <a:r>
              <a:t>SET optimizer = off;          -- Legacy Postgres-based planner</a:t>
            </a:r>
            <a:br/>
            <a:br/>
            <a:r>
              <a:t>-- Маркер в EXPLAIN (снято с greenplum-625):</a:t>
            </a:r>
            <a:br/>
            <a:r>
              <a:t>--   Optimizer: Pivotal Optimizer (GPORCA)</a:t>
            </a:r>
            <a:br/>
            <a:r>
              <a:t>--   Optimizer: Postgres query optimizer</a:t>
            </a:r>
            <a:br/>
            <a:br/>
            <a:r>
              <a:t>-- Важно: SET живёт в сессии psql; новый коннект = default.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CODE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Карта кода Greenplum 6.x: куда смотреть в gpdb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Ветка 6X_STABLE на github.com/greenplum-db/gpdb — якоря для deep-dive.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Legacy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optimizer/plan/planner.c</a:t>
            </a:r>
            <a:br/>
            <a:r>
              <a:t>https://github.com/greenplum-db/gpdb/blob/6X_STABLE/src/backend/optimizer/plan/planner.c</a:t>
            </a:r>
            <a:br/>
            <a:r>
              <a:t>+ cdbpath Motion: https://github.com/greenplum-db/gpdb/blob/6X_STABLE/src/backend/cdb/cdbpath.c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GPORCA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src/backend/gporca (memo/xforms)</a:t>
            </a:r>
            <a:br/>
            <a:r>
              <a:t>https://github.com/greenplum-db/gpdb/tree/6X_STABLE/src/backend/gporca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Translator DXL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src/backend/gpopt — DXL ↔ Plan</a:t>
            </a:r>
            <a:br/>
            <a:r>
              <a:t>https://github.com/greenplum-db/gpdb/tree/6X_STABLE/src/backend/gpopt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Dispatch / 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cdbdisp*, execMotion*</a:t>
            </a:r>
            <a:br/>
            <a:r>
              <a:t>https://github.com/greenplum-db/gpdb/tree/6X_STABLE/src/backend/cdb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LEGACY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Legacy Postgres planner: как думает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Динамическое программирование / жадные эвристики вокруг path trees PostgreSQL + GP Motion hooks.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Корни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path/joinpath, costsize, selfuncs + cdbpath 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Сильная сторона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Простые/средние запросы, предсказуемый fallback.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Слабость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Взрыв пространства при многих joins; слабее глобальный reorder.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Практика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Часто хорош на 2–3 joins и локальных agg.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GPORCA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GPORCA: memo, transformations, cost-based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Cascades-style optimizer: исследование эквивалентных планов в memo-структуре.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Groups альтернативных выражений одного logical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Xforms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Join reorder, aggregate pull-up/push-down, distribution enforcers.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Учитывает Motion/distribution как first-class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Сильная сторона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Сложные star/snowflake, много joins, CTE-heavy SQL.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Где ORCA обычно выигрывает, а где 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Не религия: измеряйте EXPLAIN/EXPLAIN ANALYZE на вашем workload.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ORCA лучше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Много joins, сложный star, partition-heavy, когда нужен глубокий reorder и distribution-aware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Legacy лучше / безопаснее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Простые запросы; ORCA fallback/features gaps; отладка «странного» ORCA plan; иногда ниже planning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STAR-JOIN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Star-join на пальцах: fact в центре, dims по лучам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Классическая OLAP-форма. На стенде: lesson03.fact_sales ⋈ dim_customer ⋈ dim_product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                    dim_customer</a:t>
            </a:r>
            <a:br/>
            <a:r>
              <a:t>                         \</a:t>
            </a:r>
            <a:br/>
            <a:r>
              <a:t>        dim_date ---- fact_sales ---- dim_product</a:t>
            </a:r>
            <a:br/>
            <a:r>
              <a:t>                         /</a:t>
            </a:r>
            <a:br/>
            <a:r>
              <a:t>                  dim_store (если есть)</a:t>
            </a:r>
            <a:br/>
            <a:br/>
            <a:r>
              <a:t>-- Пример со стенда (упрощённый star; lab ещё дублирует joins):</a:t>
            </a:r>
            <a:br/>
            <a:r>
              <a:t>SELECT c.region, d.category, sum(f.amount) AS revenue</a:t>
            </a:r>
            <a:br/>
            <a:r>
              <a:t>FROM lesson03.fact_sales f          -- FACT (центр)</a:t>
            </a:r>
            <a:br/>
            <a:r>
              <a:t>JOIN lesson03.dim_customer c        -- DIM</a:t>
            </a:r>
            <a:br/>
            <a:r>
              <a:t>  ON c.customer_id = f.customer_id</a:t>
            </a:r>
            <a:br/>
            <a:r>
              <a:t>JOIN lesson03.dim_product d         -- DIM</a:t>
            </a:r>
            <a:br/>
            <a:r>
              <a:t>  ON d.product_id = f.product_id</a:t>
            </a:r>
            <a:br/>
            <a:r>
              <a:t>WHERE f.sale_date &gt;= DATE '2026-02-01'</a:t>
            </a:r>
            <a:br/>
            <a:r>
              <a:t>  AND c.segment &lt;&gt; 'test'</a:t>
            </a:r>
            <a:br/>
            <a:r>
              <a:t>GROUP BY c.region, d.category;</a:t>
            </a:r>
            <a:br/>
            <a:br/>
            <a:r>
              <a:t>-- Признаки star-join: 1 большая fact + N маленьких dims по FK;</a:t>
            </a:r>
            <a:br/>
            <a:r>
              <a:t>-- фильтры на fact/dim; agg по атрибутам dims.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STAR-JOIN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Альтернативы star-join и когда их брать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Star — не единственный shape. Выбор = модель данных + стоимость Motion/planning.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Snowflake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Dims разбиты (product → brand → category). Больше joins; иногда яснее модель, чаще больнее planner.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Wide / denorm 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Атрибуты dims уже в fact (region, category в строке продажи). Меньше joins, больше хранения и риска рассинхрона.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TEMP stages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Сначала сузить fact → TEMP, потом 1–2 join к dims. Контролируемый physical stage вместо одного many-join SQL.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Меньше joins /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Убрать дубли JOIN (как c2/d2 в v_star_join_orca_case) — demo-перегруз для ORCA; в prod это anti-pattern.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Дерево плана: простой agg (реальный EXPLAIN GP 6.25)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Фазы Optimize→Dispatch→Execute видны как slices + Motion. Стенд greenplum-625.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Gather Motion 2:1  (slice2; segments: 2)</a:t>
            </a:r>
            <a:br/>
            <a:r>
              <a:t>  -&gt;  GroupAggregate</a:t>
            </a:r>
            <a:br/>
            <a:r>
              <a:t>        Group Key: region</a:t>
            </a:r>
            <a:br/>
            <a:r>
              <a:t>        -&gt;  Sort</a:t>
            </a:r>
            <a:br/>
            <a:r>
              <a:t>              -&gt;  Redistribute Motion 2:2  (slice1)</a:t>
            </a:r>
            <a:br/>
            <a:r>
              <a:t>                    Hash Key: region</a:t>
            </a:r>
            <a:br/>
            <a:r>
              <a:t>                    -&gt;  HashAggregate</a:t>
            </a:r>
            <a:br/>
            <a:r>
              <a:t>                          -&gt;  Seq Scan on dim_customer</a:t>
            </a:r>
            <a:br/>
            <a:r>
              <a:t>Optimizer: Pivotal Optimizer (GPORCA)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EXPLAIN: GPORCA на простом GROUP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artifacts/lesson03-plan-screens/explain-simple.png — снято с живого стенда.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explain-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906" y="2286000"/>
            <a:ext cx="835818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Дерево плана: star-join под GPORCA (сжатый readout)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Тот же SQL, что в демо. Полный скрин — следующий слайд; raw: artifacts/lesson03-plans/orca.txt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Limit</a:t>
            </a:r>
            <a:br/>
            <a:r>
              <a:t>  -&gt;  Gather Motion 2:1  (slice3)          -- Execute: gather to QD</a:t>
            </a:r>
            <a:br/>
            <a:r>
              <a:t>        -&gt;  Sort + HashAggregate           -- final grain</a:t>
            </a:r>
            <a:br/>
            <a:r>
              <a:t>              -&gt;  Redistribute Motion 2:2  (slice2)  -- by group keys</a:t>
            </a:r>
            <a:br/>
            <a:r>
              <a:t>                    -&gt;  HashAggregate      -- partial agg on QE</a:t>
            </a:r>
            <a:br/>
            <a:r>
              <a:t>                          -&gt;  Hash Join fact ⋈ product</a:t>
            </a:r>
            <a:br/>
            <a:r>
              <a:t>                                -&gt;  Redistribute Motion 2:2  (slice1)</a:t>
            </a:r>
            <a:br/>
            <a:r>
              <a:t>                                      Hash Key: product_id</a:t>
            </a:r>
            <a:br/>
            <a:r>
              <a:t>                                      -&gt;  Hash Join fact ⋈ customer</a:t>
            </a:r>
            <a:br/>
            <a:r>
              <a:t>                                            -&gt;  Seq Scan fact_sales</a:t>
            </a:r>
            <a:br/>
            <a:r>
              <a:t>                                            -&gt;  Seq Scan dim_customer</a:t>
            </a:r>
            <a:br/>
            <a:r>
              <a:t>                                -&gt;  Seq Scan dim_product</a:t>
            </a:r>
            <a:br/>
            <a:r>
              <a:t>Optimizer: Pivotal Optimizer (GPORCA)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EXPLAIN: GPORCA star-join (v_star_join_orca_case)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Ищите Redistribute до/после Hash Join и маркер Optimizer: GPORCA.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explain-o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07" y="2286000"/>
            <a:ext cx="10416186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Дерево плана: тот же SQL под 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Другой join order и маркер Postgres query optimizer. Скрин — следующий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Limit</a:t>
            </a:r>
            <a:br/>
            <a:r>
              <a:t>  -&gt;  Gather Motion 2:1  (slice3)</a:t>
            </a:r>
            <a:br/>
            <a:r>
              <a:t>        -&gt;  Sort + HashAggregate</a:t>
            </a:r>
            <a:br/>
            <a:r>
              <a:t>              -&gt;  Redistribute Motion 2:2  (slice2)</a:t>
            </a:r>
            <a:br/>
            <a:r>
              <a:t>                    -&gt;  HashAggregate</a:t>
            </a:r>
            <a:br/>
            <a:r>
              <a:t>                          -&gt;  Hash Join fact ⋈ customer   -- другой order</a:t>
            </a:r>
            <a:br/>
            <a:r>
              <a:t>                                -&gt;  Hash Join fact ⋈ product</a:t>
            </a:r>
            <a:br/>
            <a:r>
              <a:t>                                      -&gt;  Seq Scan fact_sales</a:t>
            </a:r>
            <a:br/>
            <a:r>
              <a:t>                                      -&gt;  Seq Scan dim_product</a:t>
            </a:r>
            <a:br/>
            <a:r>
              <a:t>                                -&gt;  Seq Scan dim_customer</a:t>
            </a:r>
            <a:br/>
            <a:r>
              <a:t>Optimizer: Postgres query optimizer   -- Legacy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EXPLAIN: Legacy на том же star-join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Сравнивайте join order и положение Redistribute с предыдущим скрином ORCA.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explain-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0" y="2286000"/>
            <a:ext cx="8054959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EXPLAIN: monolith (WindowAgg + multi-slice)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v_heavy_olap_monolith: несколько Redistribute + WindowAgg — типичный «дорогой» OLAP shape.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explain-monoli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07" y="2286000"/>
            <a:ext cx="8607586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DEMO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Демо на стенде: один SQL — два оптимизатора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lesson03.v_star_join_orca_case специально перегружен joins.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\i /mentor-lab/examples/lesson03-optimizer-legacy-vs-orca.sql</a:t>
            </a:r>
            <a:br/>
            <a:br/>
            <a:r>
              <a:t>SET optimizer = on;</a:t>
            </a:r>
            <a:br/>
            <a:r>
              <a:t>EXPLAIN SELECT * FROM lesson03.v_star_join_orca_case</a:t>
            </a:r>
            <a:br/>
            <a:r>
              <a:t>ORDER BY revenue DESC LIMIT 20;</a:t>
            </a:r>
            <a:br/>
            <a:br/>
            <a:r>
              <a:t>SET optimizer = off;</a:t>
            </a:r>
            <a:br/>
            <a:r>
              <a:t>EXPLAIN SELECT * FROM lesson03.v_star_join_orca_case</a:t>
            </a:r>
            <a:br/>
            <a:r>
              <a:t>ORDER BY revenue DESC LIMIT 20;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ORCA+ / LEGACY−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Кейс: ORCA эффективен, Legacy проседает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Многоjoin star: Legacy залипает в плохом порядке → лишний Redistribute.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Симптом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Большой Redistribute до фильтров/agg; странный join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Находит порядок с меньшей shuffle cost через memo search.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Сравнить Settings/Optimizer status и Motion bytes/rows.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Не путать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Выигрыш ORCA ≠ повод не делать TEMP/ANALYZE.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LEGACY+ / ORCA−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Кейс: Legacy достаточен, ORCA избыточен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Простой aggregate по dimension: planning overhead ORCA не окупается.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SET optimizer = off;</a:t>
            </a:r>
            <a:br/>
            <a:r>
              <a:t>EXPLAIN SELECT region, count(*)</a:t>
            </a:r>
            <a:br/>
            <a:r>
              <a:t>FROM lesson03.dim_customer</a:t>
            </a:r>
            <a:br/>
            <a:r>
              <a:t>GROUP BY region;</a:t>
            </a:r>
            <a:br/>
            <a:br/>
            <a:r>
              <a:t>-- Здесь оба плана близки; смотрите planning time</a:t>
            </a:r>
            <a:br/>
            <a:r>
              <a:t>-- и стабильность, а не «модный» optimizer=on.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PROS/CONS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Плюсы и минусы: Legacy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Честный trade-off для Senior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Проще ментальная модель; быстрый planning на простых SQL; зрелый fallback; легче объяснить path tree.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Слабее на many-join; меньше глобальных transform; чаще локально-оптимальный join order.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PROS/CONS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Плюсы и минусы: GPORCA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Мощный search space имеет цену.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Глубокий join reorder; distribution-aware costing; сильнее на сложном OLAP/CTE.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Дороже planning; feature gaps → fallback; сложнее debug; иногда неожиданный plan shape.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ORCA fallback и minidump — обязательная грамотность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Если ORCA не может оптимизировать, Greenplum уходит в Legacy.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Признак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В EXPLAIN: Optimizer status / fallback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optimizer_minidump=onerror для диагностики.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Практика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Не «чините SQL вслепую» — сначала читайте reason.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Prod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Фиксируйте optimizer setting в session/role policy.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Сквозной case: месячный OLAP по продажам и клиентам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Монолит для layered EXPLAIN + сравнения optimizer.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-- lesson03.v_heavy_olap_monolith</a:t>
            </a:r>
            <a:br/>
            <a:r>
              <a:t>SELECT c.region, d.category,</a:t>
            </a:r>
            <a:br/>
            <a:r>
              <a:t>       sum(f.amount) AS revenue,</a:t>
            </a:r>
            <a:br/>
            <a:r>
              <a:t>       rank() OVER (PARTITION BY c.region ORDER BY sum(f.amount) DESC)</a:t>
            </a:r>
            <a:br/>
            <a:r>
              <a:t>FROM lesson03.fact_sales f</a:t>
            </a:r>
            <a:br/>
            <a:r>
              <a:t>JOIN lesson03.dim_customer c ON c.customer_id = f.customer_id</a:t>
            </a:r>
            <a:br/>
            <a:r>
              <a:t>JOIN lesson03.dim_product  d ON d.product_id  = f.product_id</a:t>
            </a:r>
            <a:br/>
            <a:r>
              <a:t>WHERE f.sale_date &gt;= DATE '2026-02-01'</a:t>
            </a:r>
            <a:br/>
            <a:r>
              <a:t>  AND f.sale_date &lt;  DATE '2026-03-01'</a:t>
            </a:r>
            <a:br/>
            <a:r>
              <a:t>  AND c.segment &lt;&gt; 'test'</a:t>
            </a:r>
            <a:br/>
            <a:r>
              <a:t>GROUP BY c.region, d.category;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Декомпозиция: сужаем → соединяем → считаем → доказываем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Каждый этап должен уменьшать cardinality или убирать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Окно и anti-test.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19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7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7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TEMP grain.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38" y="278892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6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6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Узкий set.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95157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5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Agg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5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Локально где можно.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76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4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4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EXPLAIN до/после.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Сложный план: слои Senior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0) Optimizer. 1) Motion. 2) Join order. 3) Estimates. 4) Scan/storage.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on/off, fallback, PQO 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Redistribute/Broadcast/Gather и ключ.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Estimates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rows vs actual; selectivity traps.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partition pruning / AOCO projection.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ESTIMATES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Если rows врут — тюнинг SQL почти бессмысленен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Сначала доказать estimate vs actual, потом rewrite/optimizer.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EXPLAIN ANALYZE</a:t>
            </a:r>
            <a:br/>
            <a:r>
              <a:t>SELECT ...;</a:t>
            </a:r>
            <a:br/>
            <a:br/>
            <a:r>
              <a:t>-- Ищем на каждом узле:</a:t>
            </a:r>
            <a:br/>
            <a:r>
              <a:t>--   rows=&lt;estimate&gt;  vs  actual rows=&lt;fact&gt;</a:t>
            </a:r>
            <a:br/>
            <a:r>
              <a:t>-- Порог тревоги: x5–x10 на join/agg input</a:t>
            </a:r>
            <a:br/>
            <a:r>
              <a:t>-- Дальше: pg_stats → ANALYZE / SET STATISTICS → TEMP</a:t>
            </a:r>
            <a:br/>
            <a:r>
              <a:t>-- И только потом менять SQL shape / optimizer.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Платим сетью: цель — перенести Motion на меньший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ORCA может выбрать другой enforcer; TEMP фиксирует ваш контракт.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До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Redistribute широкого fact; Broadcast раздутой dim.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После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TEMP окна + ANALYZE → меньше shuffle bytes.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STATS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На что влияет статистика в Greenplum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Не «для красоты catalog»: от rows зависят join order, Motion, mem и spill.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Join order / hash vs nest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Estimate input rows решает, что строить в hash и какой dim Broadcast.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Motion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Завышенный rows → лишний Redistribute/Broadcast «на всякий случай».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Agg / GROUP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NDV групп ≈ n_distinct ключей; ошибка → плохой Redistribute grain.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Memory / spill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statement_mem и workfiles планируются от estimate; врёт rows → диск.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STATS ANATOMY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Из чего состоит статистика колонки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Human view: pg_stats. Source of truth: pg_statistic slots после ANALYZE.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n_distinct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&gt;0 абсолют NDV; &lt;0 доля от rows (−1 ≈ unique). База для equality без MCV и для GROUP BY.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MCV + freqs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most_common_vals / most_common_freqs. Equality/IN по частым значениям → берёт freq, не 1/NDV.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histogram_bounds — equi-depth корзины (равная доля строк). Для range (&lt;, BETWEEN). MCV-значения из hist исключены.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null_frac / correlation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Доля NULL; correlation физ.порядка vs logical (влияние на index/scan costing).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pg_stats со стенда: MCV vs histogram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default_statistics_target=100 → hist_n≈101. sale_date: все в MCV → hist пуст.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stats-pg-stat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10881360" cy="37579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HISTOGRAM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Гистограмма: equi-depth, сколько шагов, как 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Не bar-chart «красивый» — массив границ корзин равной плотности строк.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-- default_statistics_target = 100  (GUC / SET / ALTER COLUMN SET STATISTICS)</a:t>
            </a:r>
            <a:br/>
            <a:r>
              <a:t>-- ANALYZE строит до ~100 MCV и ~100 histogram buckets</a:t>
            </a:r>
            <a:br/>
            <a:r>
              <a:t>-- histogram_bounds.length ≈ target + 1  (границы), на стенде: 101</a:t>
            </a:r>
            <a:br/>
            <a:br/>
            <a:r>
              <a:t>bucket_i ≈ (значения между bounds[i] и bounds[i+1])</a:t>
            </a:r>
            <a:br/>
            <a:r>
              <a:t>каждый bucket ≈ 1/target доли строк (equi-depth / equi-height)</a:t>
            </a:r>
            <a:br/>
            <a:br/>
            <a:r>
              <a:t>SELECTIVITY (col BETWEEN lo AND hi):</a:t>
            </a:r>
            <a:br/>
            <a:r>
              <a:t>  доля полных корзин внутри [lo,hi]</a:t>
            </a:r>
            <a:br/>
            <a:r>
              <a:t>  + доля края (линейная интерполяция в partial bucket)</a:t>
            </a:r>
            <a:br/>
            <a:br/>
            <a:r>
              <a:t>-- На стенде amount: bounds {1.67, 4.33, 6.67, ...}</a:t>
            </a:r>
            <a:br/>
            <a:r>
              <a:t>-- sale_date: hist NULL — NDV мал, всё ушло в MCV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Скрин: структура histogram + физический слот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stakind=2 → stavalues = bounds array в tuple pg_statistic (возможен TOAST).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stats-histogram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10881360" cy="375799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MCV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MCV: как выглядит и когда histogram не строится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Частые значения + частоты. Если NDV ≤ target — весь столбец может быть MCV.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-- dim_customer.segment на стенде:</a:t>
            </a:r>
            <a:br/>
            <a:r>
              <a:t>most_common_vals  = {enterprise, mid, smb, test}</a:t>
            </a:r>
            <a:br/>
            <a:r>
              <a:t>most_common_freqs = {0.3138, 0.3138, 0.3136, 0.0588}</a:t>
            </a:r>
            <a:br/>
            <a:r>
              <a:t>n_distinct = 4   histogram_bounds = NULL</a:t>
            </a:r>
            <a:br/>
            <a:br/>
            <a:r>
              <a:t>WHERE segment = 'enterprise'  → sel ≈ 0.314  (не 0.25!)</a:t>
            </a:r>
            <a:br/>
            <a:r>
              <a:t>WHERE segment = 'test'        → sel ≈ 0.059</a:t>
            </a:r>
            <a:br/>
            <a:r>
              <a:t>WHERE segment = 'unknown'     → sel ≈ (1 - sum(mcf)) / (NDV - |MCV|)</a:t>
            </a:r>
            <a:br/>
            <a:r>
              <a:t>                               или fallback, если значения нет в MCV</a:t>
            </a:r>
            <a:br/>
            <a:br/>
            <a:r>
              <a:t>-- Физика: stakind=1; stavalues=values; stanumbers=freqs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SELECTIVITY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Как оцениваются предикаты (selfuncs)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Каждый фильтр → selectivity ∈ (0,1]; rows ≈ sel × child_rows.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col = const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Если const ∈ MCV → freq. Иначе ≈ (1−Σmcf)/(n_distinct−|MCV|) или 1/n_distinct.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col &lt; / BETWEEN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По histogram_bounds (equi-depth) + края. Без hist — грубый fallback.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AND / 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По умолчанию независимость: sel_and ≈ s1·s2. Корреляция колонок → главная ловушка.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Выражения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date_trunc(col), col+1, lower(col) — часто без stats → дефолтная selectivity (опасно).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EXPLAIN ANALYZE: хорошие оценки на стенде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Простые предикаты + свежий ANALYZE → estimate ≈ actual.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stats-estimates-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57" y="2286000"/>
            <a:ext cx="1045688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Оценка группировок: NDV и «плотность»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Planner оценивает число групп, не только строк до agg.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-- Базовая модель (упрощённо):</a:t>
            </a:r>
            <a:br/>
            <a:r>
              <a:t>groups(col) ≈ n_distinct(col)          -- один ключ</a:t>
            </a:r>
            <a:br/>
            <a:r>
              <a:t>groups(a,b) ≈ min( NDV(a)*NDV(b), rows )  -- независимость!</a:t>
            </a:r>
            <a:br/>
            <a:br/>
            <a:r>
              <a:t>-- На стенде:</a:t>
            </a:r>
            <a:br/>
            <a:r>
              <a:t>region: n_distinct=4, freqs равны 0.25</a:t>
            </a:r>
            <a:br/>
            <a:r>
              <a:t>GROUP BY region → estimate groups=4, actual=4  ✓</a:t>
            </a:r>
            <a:br/>
            <a:br/>
            <a:r>
              <a:t>-- Плохо: GROUP BY expr / много ключей с корреляцией</a:t>
            </a:r>
            <a:br/>
            <a:r>
              <a:t>--   (region, segment) на самом деле &lt;&lt; 4*4 возможных</a:t>
            </a:r>
            <a:br/>
            <a:r>
              <a:t>-- GP 6.25: нет CREATE STATISTICS (pg_statistic_ext) —</a:t>
            </a:r>
            <a:br/>
            <a:r>
              <a:t>--   market practice PG10+/GP7; здесь чиним декомпозицией.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STATS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Когда хорошая статистика всё равно врёт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Проблема не всегда stale ANALYZE — часто модель независимости и форма 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Коррелированные фильтры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WHERE region='us' AND segment='enterprise' — sel≠s1·s2, если атрибуты связаны.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Many-join / star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Ошибка sel на каждом join перемножается → взрыв/схлопывание rows на Motion.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Функции на колонках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WHERE date_trunc('week', sale_date)=… — stats на sale_date не помогают напрямую.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Skew + редкие значения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Значение вне MCV при высоком skew → недооценка; hash/Broadcast ломаются.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STATS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Путь решения: от ANALYZE до декомпозиции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Market practice: доказать misestimate → починить вход stats → иначе physical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EXPLAIN ANALYZE rows vs actual.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19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7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Refresh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7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ANALYZE / после 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38" y="278892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6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6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SET STATISTICS N на ключ.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95157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5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5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убрать expr/коррел.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76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4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TEMP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4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stage + ANALYZE.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STATS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Как обновлять и настраивать статистику (GP 6.25)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Контракт production: stats = часть data pipeline, не «иногда vacuum».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ANALYZE lesson03.fact_sales;</a:t>
            </a:r>
            <a:br/>
            <a:r>
              <a:t>ANALYZE lesson03.dim_customer;</a:t>
            </a:r>
            <a:br/>
            <a:br/>
            <a:r>
              <a:t>-- Больше buckets/MCV на «важной» колонке (market practice):</a:t>
            </a:r>
            <a:br/>
            <a:r>
              <a:t>ALTER TABLE lesson03.fact_sales</a:t>
            </a:r>
            <a:br/>
            <a:r>
              <a:t>  ALTER COLUMN sale_date SET STATISTICS 200;</a:t>
            </a:r>
            <a:br/>
            <a:r>
              <a:t>ANALYZE lesson03.fact_sales;</a:t>
            </a:r>
            <a:br/>
            <a:br/>
            <a:r>
              <a:t>SHOW default_statistics_target;   -- на стенде: 100</a:t>
            </a:r>
            <a:br/>
            <a:br/>
            <a:r>
              <a:t>-- После ETL/partition exchange — ANALYZE обязателен</a:t>
            </a:r>
            <a:br/>
            <a:r>
              <a:t>-- TEMP stage: ANALYZE сразу после наполнения</a:t>
            </a:r>
            <a:br/>
            <a:r>
              <a:t>-- GP6: нет CREATE STATISTICS; на GP7/PG10+ — multivariate NDV/MCV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STATS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Код и каталог: от ANALYZE до selectivity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Якоря 6X_STABLE + физика catalog heap.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sample → MCV/hist → pg_statistic</a:t>
            </a:r>
            <a:br/>
            <a:r>
              <a:t>https://github.com/greenplum-db/gpdb/blob/6X_STABLE/src/backend/commands/analyze.c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Selectivity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eqsel / rangesel / …</a:t>
            </a:r>
            <a:br/>
            <a:r>
              <a:t>https://github.com/greenplum-db/gpdb/blob/6X_STABLE/src/backend/utils/adt/selfuncs.c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Слоты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stakind 1=MCV, 2=histogram, 3=correlation; stavalues/stanumbers; TOAST возможен.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Практика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Читать pg_stats → сверять EXPLAIN ANALYZE → только потом TEMP/optimizer.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Heap / AO / AOCO на GP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В 6.x синтаксис: appendonly=true (не appendoptimized).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Dims, updates, staging.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AO 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Bulk append row-oriented.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Scan-heavy fact + projection.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Не лечит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Плохой optimizer choice / Motion / skew.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AOCO GP6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Физическая раскладка AOCO и типы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Column files + compression; text/numeric varlena; широкий payload не читается зря.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CREATE TABLE lesson03.fact_sales (...)</a:t>
            </a:r>
            <a:br/>
            <a:r>
              <a:t>WITH (</a:t>
            </a:r>
            <a:br/>
            <a:r>
              <a:t>  appendonly=true,</a:t>
            </a:r>
            <a:br/>
            <a:r>
              <a:t>  orientation=column,</a:t>
            </a:r>
            <a:br/>
            <a:r>
              <a:t>  compresstype=zstd,</a:t>
            </a:r>
            <a:br/>
            <a:r>
              <a:t>  compresslevel=1</a:t>
            </a:r>
            <a:br/>
            <a:r>
              <a:t>)</a:t>
            </a:r>
            <a:br/>
            <a:r>
              <a:t>DISTRIBUTED BY (customer_id)</a:t>
            </a:r>
            <a:br/>
            <a:r>
              <a:t>PARTITION BY RANGE (sale_date) (...);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TEMP TRIO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Три разных «временных» механизма — не путать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CTE, TEMP TABLE и spill/workfiles живут в разных слоях стека.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CTE /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Логическая подзапросная форма. Optimizer может инлайнить — нет гарантированного physical stage, stats, DISTRIBUTED BY.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TEMP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Явная relation в pg_temp_NNN. Catalog + relfilenode t_* на QE. Можно ANALYZE и задать distribution.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Spill / workfiles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Файлы исполнителей Sort/Hash при нехватке statement_mem. Путь: &lt;datadir&gt;/base/pgsql_tmp/pgsql_tmp_Sort_*. Не relation.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Правило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«Не было CREATE TEMP ⇒ не было диска» — ложь. Spill пишется и без TEMP TABLE.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TEMP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Как создаётся TEMP: SQL-контракт сессии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Lifecycle = сессия (или ON COMMIT). Другие сессии объект не видят.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CREATE TEMP TABLE tmp_stage AS</a:t>
            </a:r>
            <a:br/>
            <a:r>
              <a:t>SELECT customer_id, product_id, amount</a:t>
            </a:r>
            <a:br/>
            <a:r>
              <a:t>FROM lesson03.fact_sales</a:t>
            </a:r>
            <a:br/>
            <a:r>
              <a:t>WHERE sale_date &gt;= DATE '2026-02-01'</a:t>
            </a:r>
            <a:br/>
            <a:r>
              <a:t>  AND sale_date &lt;  DATE '2026-03-01'</a:t>
            </a:r>
            <a:br/>
            <a:r>
              <a:t>DISTRIBUTED BY (customer_id);   -- обязательный контракт в GP</a:t>
            </a:r>
            <a:br/>
            <a:r>
              <a:t>ANALYZE tmp_stage;               -- иначе следующий plan врёт</a:t>
            </a:r>
            <a:br/>
            <a:br/>
            <a:r>
              <a:t>-- Варианты lifecycle:</a:t>
            </a:r>
            <a:br/>
            <a:r>
              <a:t>-- CREATE TEMP TABLE ... ON COMMIT PRESERVE ROWS;  -- default</a:t>
            </a:r>
            <a:br/>
            <a:r>
              <a:t>-- CREATE TEMP TABLE ... ON COMMIT DROP;</a:t>
            </a:r>
            <a:br/>
            <a:r>
              <a:t>-- CREATE TEMP TABLE ... ON COMMIT DELETE ROWS;</a:t>
            </a:r>
            <a:br/>
            <a:br/>
            <a:r>
              <a:t>-- Каталог: nspname = pg_temp_&lt;backend&gt;, relpersistence = 't'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TEMP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Где живёт TEMP в Greenplum 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Не отдельный tempdb: та же БД, временный schema, данные на сегментах.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Namespace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pg_temp_NNN (+ pg_toast_temp_NNN). Session-local; после disconnect schema исчезает.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Обычные pg_class/pg_attribute во временном namespace. relpersistence='t', filepath base/&lt;dboid&gt;/t_&lt;relfilenode&gt;.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QD vs QE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QD координирует DDL/план. Данные TEMP лежат на QE (master часто держит 0-byte placeholder).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TEMP — распределённая таблица. Неверный DISTRIBUTED BY ⇒ лишний Redistribute на следующем join.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TEMP FS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Файловая карта: TEMP relation vs spill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Снято с greenplum-625: два разных каталога под /data/*/gpsne*/base/.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# TEMP TABLE (явная relation)</a:t>
            </a:r>
            <a:br/>
            <a:r>
              <a:t>/data/data1/gpsne0/base/12812/t_16465     # ~1.1 MB на seg0</a:t>
            </a:r>
            <a:br/>
            <a:r>
              <a:t>/data/data2/gpsne1/base/12812/t_16465     # ~1.2 MB на seg1</a:t>
            </a:r>
            <a:br/>
            <a:r>
              <a:t>/data/master/gpsne-1/base/12812/t_16465   # 0 bytes (QD placeholder)</a:t>
            </a:r>
            <a:br/>
            <a:r>
              <a:t># pg_relation_filepath → base/12812/t_16465</a:t>
            </a:r>
            <a:br/>
            <a:r>
              <a:t># nspname = pg_temp_787, relpersistence = t</a:t>
            </a:r>
            <a:br/>
            <a:br/>
            <a:r>
              <a:t># Spill / workfiles (исполнитель Sort/Hash)</a:t>
            </a:r>
            <a:br/>
            <a:r>
              <a:t>/data/data1/gpsne0/base/pgsql_tmp/pgsql_tmp_Sort_1_&lt;pid&gt;.0</a:t>
            </a:r>
            <a:br/>
            <a:r>
              <a:t>/data/data2/gpsne1/base/pgsql_tmp/pgsql_tmp_Sort_1_&lt;pid&gt;.0</a:t>
            </a:r>
            <a:br/>
            <a:r>
              <a:t># растут во время query, удаляются после завершения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FS: TEMP relfilenode t_* на сегментах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После CREATE TEMP … AS SELECT … DISTRIBUTED BY — данные на QE, не в pgsql_tmp.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temp-relfilenode-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333" y="2286000"/>
            <a:ext cx="651933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TEMP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Код GPDB 6X_STABLE: TEMP и workfiles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Якоря для deep-dive чтения, не «магия кластера».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TEMP namespace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catalog/namespace.c — InitTempTableNamespace</a:t>
            </a:r>
            <a:br/>
            <a:r>
              <a:t>https://github.com/greenplum-db/gpdb/blob/6X_STABLE/src/backend/catalog/namespace.c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Heap / relfilenode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storage/smgr + heapam; temp prefix t_</a:t>
            </a:r>
            <a:br/>
            <a:r>
              <a:t>https://github.com/greenplum-db/gpdb/tree/6X_STABLE/src/backend/storage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Workfile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utils/workfile_manager/workfile_mgr.c</a:t>
            </a:r>
            <a:br/>
            <a:r>
              <a:t>https://github.com/greenplum-db/gpdb/tree/6X_STABLE/src/backend/utils/workfile_manager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GUC памяти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statement_mem / max_statement_mem, gp_workfile_limit_*, gp_workfile_compression.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SPILL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Spill deep-dive: когда executor пишет pgsql_tmp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GUC statement_mem (на GP6 work_mem deprecated). Маркер в EXPLAIN ANALYZE.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-- Демо со стенда (ужать память → external sort):</a:t>
            </a:r>
            <a:br/>
            <a:r>
              <a:t>SET optimizer = off;</a:t>
            </a:r>
            <a:br/>
            <a:r>
              <a:t>SET statement_mem = '8MB';</a:t>
            </a:r>
            <a:br/>
            <a:r>
              <a:t>EXPLAIN ANALYZE</a:t>
            </a:r>
            <a:br/>
            <a:r>
              <a:t>SELECT customer_id, product_id, amount, sale_date</a:t>
            </a:r>
            <a:br/>
            <a:r>
              <a:t>FROM tmp_spill_fuel   -- ~1M rows amplified TEMP</a:t>
            </a:r>
            <a:br/>
            <a:r>
              <a:t>ORDER BY amount DESC, customer_id, product_id, sale_date;</a:t>
            </a:r>
            <a:br/>
            <a:br/>
            <a:r>
              <a:t>-- Факт с greenplum-625:</a:t>
            </a:r>
            <a:br/>
            <a:r>
              <a:t>-- Sort Method: external merge  Disk: 34592kB</a:t>
            </a:r>
            <a:br/>
            <a:r>
              <a:t>-- Memory used: 8192kB   Memory wanted: 58688kB</a:t>
            </a:r>
            <a:br/>
            <a:r>
              <a:t>-- FS: pgsql_tmp_Sort_1_*.0 рос 0.4MB → 17MB на сегмент, потом cleanup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FS: рост spill-файлов pgsql_tmp_Sort_*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Поллинг во время EXPLAIN ANALYZE: bytes на seg0/seg1 растут, после query → cleanup.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spill-pgsql_tmp-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708" y="2286000"/>
            <a:ext cx="515458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EXPLAIN: external merge Disk = spill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Связка план ↔ файлы: Disk: NNkB в EXPLAIN = pgsql_tmp_Sort_* на сегментах.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spill-explain-external-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286000"/>
            <a:ext cx="9601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TEMP 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Плюсы и минусы TEMP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Physical stage — инструмент, не бесплатный cache.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Фиксирует grain; свой DISTRIBUTED BY; ANALYZE → честный следующий plan; можно переиспользовать в сессии; проще доказать before/after; отделяет дорогой фильтр от join/window.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Двойной IO (write+read); место на дисках всех сегментов; catalog/planning overhead; риск устаревших данных в сессии; без фильтра = дорогой materialize всего fact.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TEMP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Когда TEMP хорошо / когда плохо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Критерий: stage уменьшает cardinality/Motion cost больше, чем стоит materialize.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Хорошо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Узкое окно дат + anti-test; grain под следующий join key; повторное использование stage в сессии; стабилизация плана после ANALYZE; разрез монолита на доказуемые шаги.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Плохо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TEMP = весь fact без фильтра; забыли ANALYZE; DISTRIBUTED BY не под join; десятки мелких TEMP; вместо фикса stats/skew; CTE «для красоты» без physical need; игнор spill (диск растёт без CREATE TEMP).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Паттерн rewrite + проверка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Before/after при фиксированном SET optimizer (GUC сессии) + FS sanity.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SET optimizer = on;  -- зафиксировали GUC</a:t>
            </a:r>
            <a:br/>
            <a:r>
              <a:t>CREATE TEMP TABLE tmp_sales_feb AS</a:t>
            </a:r>
            <a:br/>
            <a:r>
              <a:t>SELECT customer_id, product_id, amount</a:t>
            </a:r>
            <a:br/>
            <a:r>
              <a:t>FROM lesson03.fact_sales</a:t>
            </a:r>
            <a:br/>
            <a:r>
              <a:t>WHERE sale_date &gt;= DATE '2026-02-01'</a:t>
            </a:r>
            <a:br/>
            <a:r>
              <a:t>  AND sale_date &lt;  DATE '2026-03-01'</a:t>
            </a:r>
            <a:br/>
            <a:r>
              <a:t>DISTRIBUTED BY (customer_id);</a:t>
            </a:r>
            <a:br/>
            <a:r>
              <a:t>ANALYZE tmp_sales_feb;</a:t>
            </a:r>
            <a:br/>
            <a:r>
              <a:t>EXPLAIN ...</a:t>
            </a:r>
            <a:br/>
            <a:br/>
            <a:r>
              <a:t>-- Evidence pack:</a:t>
            </a:r>
            <a:br/>
            <a:r>
              <a:t>-- 1) before/after EXPLAIN (тот же optimizer)</a:t>
            </a:r>
            <a:br/>
            <a:r>
              <a:t>-- 2) pg_relation_filepath / размер TEMP</a:t>
            </a:r>
            <a:br/>
            <a:r>
              <a:t>-- 3) при spill: Sort Method external merge + pgsql_tmp_Sort_*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SIMPLE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60 минут на GP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Glossary → case → optimizer → EXPLAIN trees → stats → TEMP →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Glossary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GUC/QD/QE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19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7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ORCA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7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on vs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38" y="278892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6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Trees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6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скрины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95157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5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TEMP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5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76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4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4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DEEP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Deep-dive Principal: internals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ORCA memo/xforms, pg_statistic slots, AOCO files, TEMP spill, design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fallback, minidump, join_order GUCs.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Stats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stakind/stavalues/TOAST.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appendonly column layout.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RFC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rewrite + optimizer policy.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Что унести с Урока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Оптимизация Greenplum — это pipeline + два optimizer + физика данных.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MCV/hist → selectivity → rows; иначе TEMP stage.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TEMP ≠ spill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t_* на QE vs pgsql_tmp_Sort_* workfiles.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Доказательство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EXPLAIN ANALYZE + pg_stats + before/after rewrite.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