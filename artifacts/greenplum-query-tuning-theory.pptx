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Декомпозиция и тюнинг тяжёлых запросов в MPP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Greenplum 6.25: планы, GPORCA vs Legacy, статистика, storage, TEMP.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Цель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Понять оптимизацию Greenplum по косточкам и доказывать rewrite планом.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Стенд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labs/greenplum-625 (GP 6.25.3): seed, check, ORCA/Legacy demo.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Итог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Ученик выбирает optimizer и physical stage осознанно, не по привычке.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Self-service стенд Урока 03 — Greenplum 6.25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Отдельный lab greenplum-625, чтобы демо ORCA/Legacy было воспроизводимо.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68880"/>
            <a:ext cx="1088136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10424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python3 mentor-lab.py up greenplum-625</a:t>
            </a:r>
            <a:br/>
            <a:r>
              <a:t>python3 mentor-lab.py check greenplum-625</a:t>
            </a:r>
            <a:br/>
            <a:r>
              <a:t>python3 mentor-lab.py seed greenplum-625 --profile lesson03</a:t>
            </a:r>
            <a:br/>
            <a:r>
              <a:t>python3 mentor-lab.py psql greenplum-625</a:t>
            </a:r>
            <a:br/>
            <a:br/>
            <a:r>
              <a:t># x86_64:</a:t>
            </a:r>
            <a:br/>
            <a:r>
              <a:t>GREENPLUM_625_IMAGE=andruche/greenplum:6.25.3-slim-amd64 \</a:t>
            </a:r>
            <a:br/>
            <a:r>
              <a:t>  python3 mentor-lab.py up greenplum-625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MENTAL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Тяжёлый OLAP = данные + сеть + оценки + выбор оптимизатора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SQL — вход; план — контракт на CPU, IO и interconnect.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Что дорого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Лишний Motion, плохой join order, stale stats, spill, широкая projection.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Рычаги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optimizer on/off, ANALYZE, TEMP stages, DISTRIBUTED BY, Heap/AO/AOCO.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Как Greenplum оптимизирует запрос: стадии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QD строит план; QE исполняют slices. Ошибка на стадии optimize = дорогая сеть.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78892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Parse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SQL → parse tree.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59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606039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88919" y="278892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7207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Rewrite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7207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views/rules → query tree.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26278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09158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92038" y="278892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0326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Optimize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0326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Legacy или GPORCA → plan.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397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12277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95157" y="278892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13445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Dispatch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3445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QD → gangs/slices.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32516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15396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98276" y="278892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16564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Execute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4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QE + Motion + gather.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OPTIMIZE STAGE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Стадия Optimize — развилка Legacy vs GPORCA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GUC optimizer управляет, кто строит распределённый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68880"/>
            <a:ext cx="1088136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10424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SHOW optimizer;              -- on | off</a:t>
            </a:r>
            <a:br/>
            <a:r>
              <a:t>SET optimizer = on;           -- GPORCA (Pivotal Optimizer)</a:t>
            </a:r>
            <a:br/>
            <a:r>
              <a:t>SET optimizer = off;          -- legacy Postgres-based planner</a:t>
            </a:r>
            <a:br/>
            <a:br/>
            <a:r>
              <a:t>-- В EXPLAIN ищите маркер оптимизатора:</a:t>
            </a:r>
            <a:br/>
            <a:r>
              <a:t>-- Settings: ... optimizer=on</a:t>
            </a:r>
            <a:br/>
            <a:r>
              <a:t>-- Optimizer status: PQO version 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LEGACY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Legacy Postgres planner: как думает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Динамическое программирование / жадные эвристики вокруг path trees PostgreSQL + GP Motion hooks.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Корни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path/joinpath, costsize, selfuncs + cdbpath Motion.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Сильная сторона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Простые/средние запросы, предсказуемый fallback.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Слабость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Взрыв пространства при многих joins; слабее глобальный reorder.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Практика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Часто хорош на 2–3 joins и локальных agg.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GPORCA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GPORCA: memo, transformations, cost-based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Cascades-style optimizer: исследование эквивалентных планов в memo-структуре.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Memo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Groups альтернативных выражений одного logical result.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Xforms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Join reorder, aggregate pull-up/push-down, distribution enforcers.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Учитывает Motion/distribution как first-class cost.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Сильная сторона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Сложные star/snowflake, много joins, CTE-heavy SQL.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Где ORCA обычно выигрывает, а где Legacy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Не религия: измеряйте EXPLAIN/EXPLAIN ANALYZE на вашем workload.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ORCA лучше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Много joins, сложный star, partition-heavy, когда нужен глубокий reorder и distribution-aware cost.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Legacy лучше / безопаснее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Простые запросы; ORCA fallback/features gaps; отладка «странного» ORCA plan; иногда ниже planning 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DEMO 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Демо на стенде: один SQL — два оптимизатора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lesson03.v_star_join_orca_case специально перегружен joins.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68880"/>
            <a:ext cx="1088136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10424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\i /mentor-lab/examples/lesson03-optimizer-legacy-vs-orca.sql</a:t>
            </a:r>
            <a:br/>
            <a:br/>
            <a:r>
              <a:t>SET optimizer = on;</a:t>
            </a:r>
            <a:br/>
            <a:r>
              <a:t>EXPLAIN SELECT * FROM lesson03.v_star_join_orca_case</a:t>
            </a:r>
            <a:br/>
            <a:r>
              <a:t>ORDER BY revenue DESC LIMIT 20;</a:t>
            </a:r>
            <a:br/>
            <a:br/>
            <a:r>
              <a:t>SET optimizer = off;</a:t>
            </a:r>
            <a:br/>
            <a:r>
              <a:t>EXPLAIN SELECT * FROM lesson03.v_star_join_orca_case</a:t>
            </a:r>
            <a:br/>
            <a:r>
              <a:t>ORDER BY revenue DESC LIMIT 20;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ORCA+ / LEGACY−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Кейс: ORCA эффективен, Legacy проседает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Многоjoin star: Legacy залипает в плохом порядке → лишний Redistribute.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Симптом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Большой Redistribute до фильтров/agg; странный join order.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ORCA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Находит порядок с меньшей shuffle cost через memo search.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Сравнить Settings/Optimizer status и Motion bytes/rows.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Не путать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Выигрыш ORCA ≠ повод не делать TEMP/ANALYZE.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LEGACY+ / ORCA−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Кейс: Legacy достаточен, ORCA избыточен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Простой aggregate по dimension: planning overhead ORCA не окупается.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68880"/>
            <a:ext cx="1088136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10424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SET optimizer = off;</a:t>
            </a:r>
            <a:br/>
            <a:r>
              <a:t>EXPLAIN SELECT region, count(*)</a:t>
            </a:r>
            <a:br/>
            <a:r>
              <a:t>FROM lesson03.dim_customer</a:t>
            </a:r>
            <a:br/>
            <a:r>
              <a:t>GROUP BY region;</a:t>
            </a:r>
            <a:br/>
            <a:br/>
            <a:r>
              <a:t>-- Здесь оба плана близки; смотрите planning time</a:t>
            </a:r>
            <a:br/>
            <a:r>
              <a:t>-- и стабильность, а не «модный» optimizer=on.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PROS/CONS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Плюсы и минусы: Legacy planner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Честный trade-off для Senior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Плюсы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Проще ментальная модель; быстрый planning на простых SQL; зрелый fallback; легче объяснить path tree.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Минусы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Слабее на many-join; меньше глобальных transform; чаще локально-оптимальный join order.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PROS/CONS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Плюсы и минусы: GPORCA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Мощный search space имеет цену.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Плюсы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Глубокий join reorder; distribution-aware costing; сильнее на сложном OLAP/CTE.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Минусы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Дороже planning; feature gaps → fallback; сложнее debug; иногда неожиданный plan shape.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FALLBACK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ORCA fallback и minidump — обязательная грамотность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Если ORCA не может оптимизировать, Greenplum уходит в Legacy.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Признак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В EXPLAIN: Optimizer status / fallback reason.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GUC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optimizer_minidump=onerror для диагностики.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Практика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Не «чините SQL вслепую» — сначала читайте reason.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Prod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Фиксируйте optimizer setting в session/role policy.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Сквозной case: месячный OLAP по продажам и клиентам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Монолит для layered EXPLAIN + сравнения optimizer.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68880"/>
            <a:ext cx="1088136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10424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-- lesson03.v_heavy_olap_monolith</a:t>
            </a:r>
            <a:br/>
            <a:r>
              <a:t>SELECT c.region, d.category,</a:t>
            </a:r>
            <a:br/>
            <a:r>
              <a:t>       sum(f.amount) AS revenue,</a:t>
            </a:r>
            <a:br/>
            <a:r>
              <a:t>       rank() OVER (PARTITION BY c.region ORDER BY sum(f.amount) DESC)</a:t>
            </a:r>
            <a:br/>
            <a:r>
              <a:t>FROM lesson03.fact_sales f</a:t>
            </a:r>
            <a:br/>
            <a:r>
              <a:t>JOIN lesson03.dim_customer c ON c.customer_id = f.customer_id</a:t>
            </a:r>
            <a:br/>
            <a:r>
              <a:t>JOIN lesson03.dim_product  d ON d.product_id  = f.product_id</a:t>
            </a:r>
            <a:br/>
            <a:r>
              <a:t>WHERE f.sale_date &gt;= DATE '2026-02-01'</a:t>
            </a:r>
            <a:br/>
            <a:r>
              <a:t>  AND f.sale_date &lt;  DATE '2026-03-01'</a:t>
            </a:r>
            <a:br/>
            <a:r>
              <a:t>  AND c.segment &lt;&gt; 'test'</a:t>
            </a:r>
            <a:br/>
            <a:r>
              <a:t>GROUP BY c.region, d.category;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DECOMPOSITION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Декомпозиция: сужаем → соединяем → считаем → доказываем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Каждый этап должен уменьшать cardinality или убирать Motion.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78892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Окно и anti-test.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59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606039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88919" y="278892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7207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Shape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7207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TEMP grain.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26278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09158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92038" y="278892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0326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Join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0326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Узкий set.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397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12277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95157" y="278892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13445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Agg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3445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Локально где можно.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32516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15396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98276" y="278892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16564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Prove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4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EXPLAIN до/после.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EXPLAIN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Сложный план: слои Senior readout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0) Optimizer. 1) Motion. 2) Join order. 3) Estimates. 4) Scan/storage.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Optimizer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on/off, fallback, PQO version.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Motion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Redistribute/Broadcast/Gather и ключ.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Estimates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rows vs actual; selectivity traps.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Scan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partition pruning / AOCO projection.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ESTIMATES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Если rows врут — тюнинг SQL почти бессмысленен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Плохая selectivity ломает и Legacy, и ORCA — но по-разному.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68880"/>
            <a:ext cx="1088136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10424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EXPLAIN ANALYZE</a:t>
            </a:r>
            <a:br/>
            <a:r>
              <a:t>SELECT ...;</a:t>
            </a:r>
            <a:br/>
            <a:br/>
            <a:r>
              <a:t>-- Ищем:</a:t>
            </a:r>
            <a:br/>
            <a:r>
              <a:t>--   rows vs actual rows</a:t>
            </a:r>
            <a:br/>
            <a:r>
              <a:t>--   расхождение x10–x100 на join input</a:t>
            </a:r>
            <a:br/>
            <a:r>
              <a:t>-- Затем: pg_stats / ANALYZE, и только потом rewrite.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MOTION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Платим сетью: цель — перенести Motion на меньший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ORCA может выбрать другой enforcer; TEMP фиксирует ваш контракт.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До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Redistribute широкого fact; Broadcast раздутой dim.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После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TEMP окна + ANALYZE → меньше shuffle bytes.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STATISTICS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Оптимизатор питается MCV, histogram, n_distinct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И Legacy, и ORCA читают pg_statistic; мусор на входе = мусор в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n_distinct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Кардинальность; ломается на skew.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MCV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Частые значения для equality/IN.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Histogram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Range predicates.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correlation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Physical order vs logical.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CATALOG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pg_stats → pg_statistic → слоты на диске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Читаем статистику как plan: сначала human view, затем raw slots.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68880"/>
            <a:ext cx="1088136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10424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SELECT attname, n_distinct, most_common_vals, histogram_bounds</a:t>
            </a:r>
            <a:br/>
            <a:r>
              <a:t>FROM pg_stats</a:t>
            </a:r>
            <a:br/>
            <a:r>
              <a:t>WHERE schemaname='lesson03' AND tablename='fact_sales';</a:t>
            </a:r>
            <a:br/>
            <a:br/>
            <a:r>
              <a:t>SELECT staattnum, stakind1, stanumbers1, stavalues1</a:t>
            </a:r>
            <a:br/>
            <a:r>
              <a:t>FROM pg_statistic</a:t>
            </a:r>
            <a:br/>
            <a:r>
              <a:t>WHERE starelid='lesson03.fact_sales'::regclass;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ANALYZE path в коде Greenplum 6.25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sample → compute_stats → catalog heap tuple (возможно TOAST).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analyze.c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Sampling и расчёт MCV/histogram.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selfuncs.c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Selectivity functions для costing.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pg_statistic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Источник истины planner/ORCA metadata.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QD/QE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План на QD; данные и файлы на segments.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Heap / AO / AOCO на GP 6.25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В 6.x синтаксис: appendonly=true (не appendoptimized).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Heap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Dims, updates, staging.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AO 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Bulk append row-oriented.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AOCO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Scan-heavy fact + projection.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Не лечит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Плохой optimizer choice / Motion / skew.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AOCO GP6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Физическая раскладка AOCO и типы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Column files + compression; text/numeric varlena; широкий payload не читается зря.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68880"/>
            <a:ext cx="1088136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10424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CREATE TABLE lesson03.fact_sales (...)</a:t>
            </a:r>
            <a:br/>
            <a:r>
              <a:t>WITH (</a:t>
            </a:r>
            <a:br/>
            <a:r>
              <a:t>  appendonly=true,</a:t>
            </a:r>
            <a:br/>
            <a:r>
              <a:t>  orientation=column,</a:t>
            </a:r>
            <a:br/>
            <a:r>
              <a:t>  compresstype=zstd,</a:t>
            </a:r>
            <a:br/>
            <a:r>
              <a:t>  compresslevel=1</a:t>
            </a:r>
            <a:br/>
            <a:r>
              <a:t>)</a:t>
            </a:r>
            <a:br/>
            <a:r>
              <a:t>DISTRIBUTED BY (customer_id)</a:t>
            </a:r>
            <a:br/>
            <a:r>
              <a:t>PARTITION BY RANGE (sale_date) (...);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TEMP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TEMP — physical stage с ANALYZE и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Фиксируем промежуточный контракт, который optimizer пересчитывает заново.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Зачем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Новый grain + новый plan.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ANALYZE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Обязателен после наполнения.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Distribution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Под следующий join key.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Риск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TEMP без фильтра увеличивает стоимость.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TEMP INTERNALS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pg_temp, файлы сегментов, spill ≠ TEMP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Явная TEMP relation и hash/sort spill files — разные механизмы.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Namespace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pg_temp_NNN session-local.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Файлы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Temporary relfilenode на segments.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Spill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work_mem miss → temp files исполнителей.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GPDB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QD координирует, данные на QE.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REWRITE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Паттерн rewrite + проверка optimizer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Before/after при фиксированном SET optimizer.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68880"/>
            <a:ext cx="1088136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10424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SET optimizer = on;  -- зафиксировали</a:t>
            </a:r>
            <a:br/>
            <a:r>
              <a:t>CREATE TEMP TABLE tmp_sales_feb AS</a:t>
            </a:r>
            <a:br/>
            <a:r>
              <a:t>SELECT customer_id, product_id, amount</a:t>
            </a:r>
            <a:br/>
            <a:r>
              <a:t>FROM lesson03.fact_sales</a:t>
            </a:r>
            <a:br/>
            <a:r>
              <a:t>WHERE sale_date &gt;= DATE '2026-02-01'</a:t>
            </a:r>
            <a:br/>
            <a:r>
              <a:t>  AND sale_date &lt;  DATE '2026-03-01'</a:t>
            </a:r>
            <a:br/>
            <a:r>
              <a:t>DISTRIBUTED BY (customer_id);</a:t>
            </a:r>
            <a:br/>
            <a:r>
              <a:t>ANALYZE tmp_sales_feb;</a:t>
            </a:r>
            <a:br/>
            <a:r>
              <a:t>EXPLAIN ...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SIMPLE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60 минут на GP 6.25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Case → optimizer → EXPLAIN → stats → TEMP →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78892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Up/seed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greenplum-625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59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606039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88919" y="278892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7207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ORCA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7207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on vs off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26278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09158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92038" y="278892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0326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0326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слои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397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12277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95157" y="278892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13445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TEMP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3445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rewrite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32516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15396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98276" y="278892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16564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Proof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4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evidence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DEEP ROUTE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Deep-dive Principal: internals end-to-end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ORCA memo/xforms, pg_statistic slots, AOCO files, TEMP spill, design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ORCA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fallback, minidump, join_order GUCs.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Stats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stakind/stavalues/TOAST.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appendonly column layout.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RFC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rewrite + optimizer policy.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Что унести с Урока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Оптимизация Greenplum — это pipeline + два optimizer + физика данных.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Стадии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parse → rewrite → optimize → dispatch → execute.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Выбор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ORCA vs Legacy измерять, не верить.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Физика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stats/storage/TEMP — вход оптимизатора.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