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Декомпозиция и тюнинг тяжёлых запросов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Greenplum 6.25: планы, GPORCA vs Legacy, статистика, storage,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Понять оптимизацию Greenplum по косточкам и доказывать rewrite планом.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labs/greenplum-625 (GP 6.25.3): seed, check, ORCA/Legacy demo.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Итог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Ученик выбирает optimizer и physical stage осознанно, не по привычке.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Словарь сокращений (1/2) — читайте до «GUC optimizer»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Без расшифровок слайды звучат как внутренний жаргон. Держите этот слайд открытым.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Grand Unified Configuration — параметр сервера PostgreSQL/Greenplum (SHOW/SET / postgresql.conf). Пример: GUC optimizer включает GPORCA или Legacy.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QD / 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Query Dispatcher (master/coordinator строит план и координирует) / Query Executor (segment исполняет slice плана).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Massively Parallel Processing — запрос режется на slices и бежит параллельно на сегментах с обменом через interconnect.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GPORCA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Pivotal Optimizer (Cascades/memo). Включается GUC optimizer=on. В EXPLAIN: Optimizer: Pivotal Optimizer (GPORCA).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Словарь сокращений (2/2) — план, storage,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Эти термины появятся в каждом EXPLAIN и deep-dive.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Motion / Slice / Gang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Motion — обмен строк между сегментами (Redistribute/Broadcast/Gather). Slice — кусок плана на gang процессов QE.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Postgres-based planner Greenplum (optimizer=off). В EXPLAIN: Optimizer: Postgres query optimizer.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 / AOCO /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Append-Only (row) / Append-Only Column-Oriented. DXL — XML-IR между GPORCA и executor (gpopt translator).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MCV / TEMP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Most Common Values в pg_statistic. TEMP — явная temp-таблица (не путать с spill files при нехватке work_mem).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Self-service стенд Урока 03 — Greenplum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Отдельный lab greenplum-625, чтобы демо ORCA/Legacy было воспроизводимо.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python3 mentor-lab.py up greenplum-625</a:t>
            </a:r>
            <a:br/>
            <a:r>
              <a:t>python3 mentor-lab.py check greenplum-625</a:t>
            </a:r>
            <a:br/>
            <a:r>
              <a:t>python3 mentor-lab.py seed greenplum-625 --profile lesson03</a:t>
            </a:r>
            <a:br/>
            <a:r>
              <a:t>python3 mentor-lab.py psql greenplum-625</a:t>
            </a:r>
            <a:br/>
            <a:br/>
            <a:r>
              <a:t># x86_64:</a:t>
            </a:r>
            <a:br/>
            <a:r>
              <a:t>GREENPLUM_625_IMAGE=andruche/greenplum:6.25.3-slim-amd64 \</a:t>
            </a:r>
            <a:br/>
            <a:r>
              <a:t>  python3 mentor-lab.py up greenplum-625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Тяжёлый OLAP = данные + сеть + оценки + выбор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SQL — вход; план — контракт на CPU, IO и interconnect.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Что дорого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Лишний Motion, плохой join order, stale stats, spill, широкая projection.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Рычаги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GUC optimizer on/off, ANALYZE, TEMP stages, DISTRIBUTED BY, Heap/AO/AOCO.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Как Greenplum оптимизирует запрос: стадии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QD строит план; QE исполняют slices. Ошибка на стадии Optimize = дорогая сеть.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SQL → parse tree.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views/rules → query tree.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Legacy или GPORCA →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QD → gangs/slices.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QE + Motion + gather.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PHASES →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Одно дерево на все фазы (ментальная карта)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Ниже — не AST дамп, а то, что Senior должен видеть в голове при чтении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Parse     → raw parse tree (grammar)</a:t>
            </a:r>
            <a:br/>
            <a:r>
              <a:t>Rewrite   → view expand: v_* → JOIN/WHERE tree</a:t>
            </a:r>
            <a:br/>
            <a:r>
              <a:t>Optimize  → GPORCA memo | Legacy path tree + Motion</a:t>
            </a:r>
            <a:br/>
            <a:r>
              <a:t>Dispatch  → QD режет plan на slices/gangs → QE</a:t>
            </a:r>
            <a:br/>
            <a:r>
              <a:t>Execute   → QE: Scan/Join/Agg + Motion interconnect</a:t>
            </a:r>
            <a:br/>
            <a:r>
              <a:t>            slice N Gather → результат на QD</a:t>
            </a:r>
            <a:br/>
            <a:br/>
            <a:r>
              <a:t>Смотрите в EXPLAIN: sliceK; segments: N + тип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Parse: SQL → parse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Грамматика + analyze. Ещё нет Motion и cost — только синтаксическая форма.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Вход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Текст SQL / prepared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Выход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Raw/parsed statement tree (SelectStmt…).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Код GPDB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parser/: https://github.com/greenplum-db/gpdb/blob/6X_STABLE/src/backend/parser/gram.y</a:t>
            </a:r>
            <a:br/>
            <a:r>
              <a:t>analyze: https://github.com/greenplum-db/gpdb/blob/6X_STABLE/src/backend/parser/analyze.c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Ошибки синтаксиса живут здесь; план ещё не существует.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Rewrite: views/rules → query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v_heavy_olap_monolith разворачивается в JOIN/WHERE до Optimize.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Что происходит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View expansion, rule rewrite, иногда subquery pull-up. Оптимизатор уже видит развёрнутый join graph, не имя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Код GPDB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rewriteHandler.c — https://github.com/greenplum-db/gpdb/blob/6X_STABLE/src/backend/rewrite/rewriteHandler.c</a:t>
            </a:r>
            <a:br/>
            <a:r>
              <a:t>На стенде: \d+ lesson03.v_star_join_orca_case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OPTIMIZE = GUC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Фаза Optimize: кто строит plan — решает GUC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GUC = Grand Unified Configuration. SET optimizer выбирает движок поиска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-- GUC optimizer (session / role / postgresql.conf)</a:t>
            </a:r>
            <a:br/>
            <a:r>
              <a:t>SHOW optimizer;              -- on | off</a:t>
            </a:r>
            <a:br/>
            <a:r>
              <a:t>SET optimizer = on;           -- GPORCA (Pivotal Optimizer)</a:t>
            </a:r>
            <a:br/>
            <a:r>
              <a:t>SET optimizer = off;          -- Legacy Postgres-based planner</a:t>
            </a:r>
            <a:br/>
            <a:br/>
            <a:r>
              <a:t>-- Маркер в EXPLAIN (снято с greenplum-625):</a:t>
            </a:r>
            <a:br/>
            <a:r>
              <a:t>--   Optimizer: Pivotal Optimizer (GPORCA)</a:t>
            </a:r>
            <a:br/>
            <a:r>
              <a:t>--   Optimizer: Postgres query optimizer</a:t>
            </a:r>
            <a:br/>
            <a:br/>
            <a:r>
              <a:t>-- Важно: SET живёт в сессии psql; новый коннект = default.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Карта кода Greenplum 6.x: куда смотреть в gpdb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Ветка 6X_STABLE на github.com/greenplum-db/gpdb — якоря для deep-dive.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optimizer/plan/planner.c</a:t>
            </a:r>
            <a:br/>
            <a:r>
              <a:t>https://github.com/greenplum-db/gpdb/blob/6X_STABLE/src/backend/optimizer/plan/planner.c</a:t>
            </a:r>
            <a:br/>
            <a:r>
              <a:t>+ cdbpath Motion: https://github.com/greenplum-db/gpdb/blob/6X_STABLE/src/backend/cdb/cdbpath.c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GPORCA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src/backend/gporca (memo/xforms)</a:t>
            </a:r>
            <a:br/>
            <a:r>
              <a:t>https://github.com/greenplum-db/gpdb/tree/6X_STABLE/src/backend/gporca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Translator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src/backend/gpopt — DXL ↔ Plan</a:t>
            </a:r>
            <a:br/>
            <a:r>
              <a:t>https://github.com/greenplum-db/gpdb/tree/6X_STABLE/src/backend/gpopt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Dispatch /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cdbdisp*, execMotion*</a:t>
            </a:r>
            <a:br/>
            <a:r>
              <a:t>https://github.com/greenplum-db/gpdb/tree/6X_STABLE/src/backend/cdb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Legacy Postgres planner: как думает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Динамическое программирование / жадные эвристики вокруг path trees PostgreSQL + GP Motion 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Корни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path/joinpath, costsize, selfuncs + cdbpath 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Сильная сторона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Простые/средние запросы, предсказуемый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Слабость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Взрыв пространства при многих joins; слабее глобальный reorder.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Часто хорош на 2–3 joins и локальных agg.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GPORCA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GPORCA: memo, transformations, cost-based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Cascades-style optimizer: исследование эквивалентных планов в memo-структуре.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Groups альтернативных выражений одного logical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Xforms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Join reorder, aggregate pull-up/push-down, distribution enforcers.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Учитывает Motion/distribution как first-class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Сильная сторона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Сложные star/snowflake, много joins, CTE-heavy SQL.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Где ORCA обычно выигрывает, а где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Не религия: измеряйте EXPLAIN/EXPLAIN ANALYZE на вашем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 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Много joins, сложный star, partition-heavy, когда нужен глубокий reorder и distribution-aware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Legacy лучше / безопаснее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Простые запросы; ORCA fallback/features gaps; отладка «странного» ORCA plan; иногда ниже planning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простой agg (реальный EXPLAIN 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Фазы Optimize→Dispatch→Execute видны как slices + Motion. Стенд greenplum-625.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Gather Motion 2:1  (slice2; segments: 2)</a:t>
            </a:r>
            <a:br/>
            <a:r>
              <a:t>  -&gt;  GroupAggregate</a:t>
            </a:r>
            <a:br/>
            <a:r>
              <a:t>        Group Key: region</a:t>
            </a:r>
            <a:br/>
            <a:r>
              <a:t>        -&gt;  Sort</a:t>
            </a:r>
            <a:br/>
            <a:r>
              <a:t>              -&gt;  Redistribute Motion 2:2  (slice1)</a:t>
            </a:r>
            <a:br/>
            <a:r>
              <a:t>                    Hash Key: region</a:t>
            </a:r>
            <a:br/>
            <a:r>
              <a:t>                    -&gt;  HashAggregate</a:t>
            </a:r>
            <a:br/>
            <a:r>
              <a:t>                          -&gt;  Seq Scan on dim_customer</a:t>
            </a:r>
            <a:br/>
            <a:r>
              <a:t>Optimizer: Pivotal Optimizer (GPORCA)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GPORCA на простом GROUP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artifacts/lesson03-plan-screens/explain-simple.png — снято с живого стенда.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06" y="2286000"/>
            <a:ext cx="835818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star-join под GPORCA (сжатый readout)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Тот же SQL, что в демо. Полный скрин — следующий слайд; raw: artifacts/lesson03-plans/orca.txt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Limit</a:t>
            </a:r>
            <a:br/>
            <a:r>
              <a:t>  -&gt;  Gather Motion 2:1  (slice3)          -- Execute: gather to QD</a:t>
            </a:r>
            <a:br/>
            <a:r>
              <a:t>        -&gt;  Sort + HashAggregate           -- final grain</a:t>
            </a:r>
            <a:br/>
            <a:r>
              <a:t>              -&gt;  Redistribute Motion 2:2  (slice2)  -- by group keys</a:t>
            </a:r>
            <a:br/>
            <a:r>
              <a:t>                    -&gt;  HashAggregate      -- partial agg on QE</a:t>
            </a:r>
            <a:br/>
            <a:r>
              <a:t>                          -&gt;  Hash Join fact ⋈ product</a:t>
            </a:r>
            <a:br/>
            <a:r>
              <a:t>                                -&gt;  Redistribute Motion 2:2  (slice1)</a:t>
            </a:r>
            <a:br/>
            <a:r>
              <a:t>                                      Hash Key: product_id</a:t>
            </a:r>
            <a:br/>
            <a:r>
              <a:t>                                      -&gt;  Hash Join fact ⋈ customer</a:t>
            </a:r>
            <a:br/>
            <a:r>
              <a:t>                                            -&gt;  Seq Scan fact_sales</a:t>
            </a:r>
            <a:br/>
            <a:r>
              <a:t>                                            -&gt;  Seq Scan dim_customer</a:t>
            </a:r>
            <a:br/>
            <a:r>
              <a:t>                                -&gt;  Seq Scan dim_product</a:t>
            </a:r>
            <a:br/>
            <a:r>
              <a:t>Optimizer: Pivotal Optimizer (GPORCA)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GPORCA star-join (v_star_join_orca_case)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Ищите Redistribute до/после Hash Join и маркер Optimizer: GPORCA.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o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07" y="2286000"/>
            <a:ext cx="1041618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Дерево плана: тот же SQL под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Другой join order и маркер Postgres query optimizer. Скрин — следующий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Limit</a:t>
            </a:r>
            <a:br/>
            <a:r>
              <a:t>  -&gt;  Gather Motion 2:1  (slice3)</a:t>
            </a:r>
            <a:br/>
            <a:r>
              <a:t>        -&gt;  Sort + HashAggregate</a:t>
            </a:r>
            <a:br/>
            <a:r>
              <a:t>              -&gt;  Redistribute Motion 2:2  (slice2)</a:t>
            </a:r>
            <a:br/>
            <a:r>
              <a:t>                    -&gt;  HashAggregate</a:t>
            </a:r>
            <a:br/>
            <a:r>
              <a:t>                          -&gt;  Hash Join fact ⋈ customer   -- другой order</a:t>
            </a:r>
            <a:br/>
            <a:r>
              <a:t>                                -&gt;  Hash Join fact ⋈ product</a:t>
            </a:r>
            <a:br/>
            <a:r>
              <a:t>                                      -&gt;  Seq Scan fact_sales</a:t>
            </a:r>
            <a:br/>
            <a:r>
              <a:t>                                      -&gt;  Seq Scan dim_product</a:t>
            </a:r>
            <a:br/>
            <a:r>
              <a:t>                                -&gt;  Seq Scan dim_customer</a:t>
            </a:r>
            <a:br/>
            <a:r>
              <a:t>Optimizer: Postgres query optimizer   -- Legacy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Legacy на том же star-join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Сравнивайте join order и положение Redistribute с предыдущим скрином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0" y="2286000"/>
            <a:ext cx="805495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Скрин EXPLAIN: monolith (WindowAgg + multi-slice)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v_heavy_olap_monolith: несколько Redistribute + WindowAgg — типичный «дорогой» OLAP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pic>
        <p:nvPicPr>
          <p:cNvPr id="9" name="Picture 8" descr="explain-monol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07" y="2286000"/>
            <a:ext cx="860758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Демо на стенде: один SQL —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lesson03.v_star_join_orca_case специально перегружен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\i /mentor-lab/examples/lesson03-optimizer-legacy-vs-orca.sql</a:t>
            </a:r>
            <a:br/>
            <a:br/>
            <a:r>
              <a:t>SET optimizer = on;</a:t>
            </a:r>
            <a:br/>
            <a:r>
              <a:t>EXPLAIN SELECT * FROM lesson03.v_star_join_orca_case</a:t>
            </a:r>
            <a:br/>
            <a:r>
              <a:t>ORDER BY revenue DESC LIMIT 20;</a:t>
            </a:r>
            <a:br/>
            <a:br/>
            <a:r>
              <a:t>SET optimizer = off;</a:t>
            </a:r>
            <a:br/>
            <a:r>
              <a:t>EXPLAIN SELECT * FROM lesson03.v_star_join_orca_case</a:t>
            </a:r>
            <a:br/>
            <a:r>
              <a:t>ORDER BY revenue DESC LIMIT 20;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ORCA+ / LEGACY−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Кейс: ORCA эффективен, Legacy проседает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Многоjoin star: Legacy залипает в плохом порядке → лишний Redistribute.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Большой Redistribute до фильтров/agg; странный join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Находит порядок с меньшей shuffle cost через memo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Сравнить Settings/Optimizer status и Motion bytes/rows.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Не путать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Выигрыш ORCA ≠ повод не делать TEMP/ANALYZE.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LEGACY+ / ORCA−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Кейс: Legacy достаточен, ORCA избыточен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Простой aggregate по dimension: planning overhead ORCA не окупается.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SET optimizer = off;</a:t>
            </a:r>
            <a:br/>
            <a:r>
              <a:t>EXPLAIN SELECT region, count(*)</a:t>
            </a:r>
            <a:br/>
            <a:r>
              <a:t>FROM lesson03.dim_customer</a:t>
            </a:r>
            <a:br/>
            <a:r>
              <a:t>GROUP BY region;</a:t>
            </a:r>
            <a:br/>
            <a:br/>
            <a:r>
              <a:t>-- Здесь оба плана близки; смотрите planning time</a:t>
            </a:r>
            <a:br/>
            <a:r>
              <a:t>-- и стабильность, а не «модный» optimizer=on.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Плюсы и минусы: Legacy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Честный trade-off для Senior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Проще ментальная модель; быстрый planning на простых SQL; зрелый fallback; легче объяснить path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Слабее на many-join; меньше глобальных transform; чаще локально-оптимальный join order.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Плюсы и минусы: GPORCA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Мощный search space имеет цену.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Глубокий join reorder; distribution-aware costing; сильнее на сложном OLAP/CTE.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Дороже planning; feature gaps → fallback; сложнее debug; иногда неожиданный plan shape.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ORCA fallback и minidump — обязательная грамотность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Если ORCA не может оптимизировать, Greenplum уходит в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Признак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В EXPLAIN: Optimizer status / fallback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optimizer_minidump=onerror для диагностики.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Не «чините SQL вслепую» — сначала читайте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Фиксируйте optimizer setting в session/role policy.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Сквозной case: месячный OLAP по продажам и клиентам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Монолит для layered EXPLAIN + сравнения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123"/>
                </a:solidFill>
                <a:latin typeface="Consolas"/>
              </a:defRPr>
            </a:pPr>
            <a:r>
              <a:t>-- lesson03.v_heavy_olap_monolith</a:t>
            </a:r>
            <a:br/>
            <a:r>
              <a:t>SELECT c.region, d.category,</a:t>
            </a:r>
            <a:br/>
            <a:r>
              <a:t>       sum(f.amount) AS revenue,</a:t>
            </a:r>
            <a:br/>
            <a:r>
              <a:t>       rank() OVER (PARTITION BY c.region ORDER BY sum(f.amount) DESC)</a:t>
            </a:r>
            <a:br/>
            <a:r>
              <a:t>FROM lesson03.fact_sales f</a:t>
            </a:r>
            <a:br/>
            <a:r>
              <a:t>JOIN lesson03.dim_customer c ON c.customer_id = f.customer_id</a:t>
            </a:r>
            <a:br/>
            <a:r>
              <a:t>JOIN lesson03.dim_product  d ON d.product_id  = f.product_id</a:t>
            </a:r>
            <a:br/>
            <a:r>
              <a:t>WHERE f.sale_date &gt;= DATE '2026-02-01'</a:t>
            </a:r>
            <a:br/>
            <a:r>
              <a:t>  AND f.sale_date &lt;  DATE '2026-03-01'</a:t>
            </a:r>
            <a:br/>
            <a:r>
              <a:t>  AND c.segment &lt;&gt; 'test'</a:t>
            </a:r>
            <a:br/>
            <a:r>
              <a:t>GROUP BY c.region, d.category;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Декомпозиция: сужаем → соединяем → считаем → доказываем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Каждый этап должен уменьшать cardinality или убирать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Окно и anti-test.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TEMP grain.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Узкий 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Agg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Локально где можно.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EXPLAIN до/после.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Сложный план: слои Senior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0) Optimizer. 1) Motion. 2) Join order. 3) Estimates. 4) Scan/storage.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on/off, fallback, PQO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Redistribute/Broadcast/Gather и ключ.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rows vs actual; selectivity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partition pruning / AOCO projection.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Если rows врут — тюнинг SQL почти бессмысленен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Плохая selectivity ломает и Legacy, и ORCA — но по-разному.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EXPLAIN ANALYZE</a:t>
            </a:r>
            <a:br/>
            <a:r>
              <a:t>SELECT ...;</a:t>
            </a:r>
            <a:br/>
            <a:br/>
            <a:r>
              <a:t>-- Ищем:</a:t>
            </a:r>
            <a:br/>
            <a:r>
              <a:t>--   rows vs actual rows</a:t>
            </a:r>
            <a:br/>
            <a:r>
              <a:t>--   расхождение x10–x100 на join input</a:t>
            </a:r>
            <a:br/>
            <a:r>
              <a:t>-- Затем: pg_stats / ANALYZE, и только потом rewrite.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Платим сетью: цель — перенести Motion на меньший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ORCA может выбрать другой enforcer; TEMP фиксирует ваш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До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Redistribute широкого fact; Broadcast раздутой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035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После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2461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68"/>
                </a:solidFill>
                <a:latin typeface="Calibri"/>
              </a:defRPr>
            </a:pPr>
            <a:r>
              <a:t>TEMP окна + ANALYZE → меньше shuffle bytes.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Оптимизатор питается MCV, histogram, n_distinct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И Legacy, и ORCA читают pg_statistic; мусор на входе = мусор в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n_distinct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Кардинальность; ломается на skew.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MCV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Most Common Values для equality/IN.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Range predicates.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Physical order vs logical.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pg_stats → pg_statistic → слоты на диске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Читаем статистику как plan: сначала human view, затем raw slots.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SELECT attname, n_distinct, most_common_vals, histogram_bounds</a:t>
            </a:r>
            <a:br/>
            <a:r>
              <a:t>FROM pg_stats</a:t>
            </a:r>
            <a:br/>
            <a:r>
              <a:t>WHERE schemaname='lesson03' AND tablename='fact_sales';</a:t>
            </a:r>
            <a:br/>
            <a:br/>
            <a:r>
              <a:t>SELECT staattnum, stakind1, stanumbers1, stavalues1</a:t>
            </a:r>
            <a:br/>
            <a:r>
              <a:t>FROM pg_statistic</a:t>
            </a:r>
            <a:br/>
            <a:r>
              <a:t>WHERE starelid='lesson03.fact_sales'::regclass;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ANALYZE path в коде Greenplum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sample → compute_stats → catalog heap tuple (возможно TOAST).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analyze.c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Sampling и MCV/histogram.</a:t>
            </a:r>
            <a:br/>
            <a:r>
              <a:t>https://github.com/greenplum-db/gpdb/blob/6X_STABLE/src/backend/commands/analyze.c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selfuncs.c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Selectivity для costing.</a:t>
            </a:r>
            <a:br/>
            <a:r>
              <a:t>https://github.com/greenplum-db/gpdb/blob/6X_STABLE/src/backend/utils/adt/selfuncs.c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pg_statistic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Источник истины planner/ORCA metadata.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QD/QE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8"/>
                </a:solidFill>
                <a:latin typeface="Calibri"/>
              </a:defRPr>
            </a:pPr>
            <a:r>
              <a:t>План на QD; данные и файлы на segments.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Heap / AO / AOCO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В 6.x синтаксис: appendonly=true (не appendoptimized).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Dims, updates, staging.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Bulk append row-oriented.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Scan-heavy fact + projection.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Не лечит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Плохой optimizer choice / Motion / skew.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AOCO GP6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Физическая раскладка AOCO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Column files + compression; text/numeric varlena; широкий payload не читается зря.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CREATE TABLE lesson03.fact_sales (...)</a:t>
            </a:r>
            <a:br/>
            <a:r>
              <a:t>WITH (</a:t>
            </a:r>
            <a:br/>
            <a:r>
              <a:t>  appendonly=true,</a:t>
            </a:r>
            <a:br/>
            <a:r>
              <a:t>  orientation=column,</a:t>
            </a:r>
            <a:br/>
            <a:r>
              <a:t>  compresstype=zstd,</a:t>
            </a:r>
            <a:br/>
            <a:r>
              <a:t>  compresslevel=1</a:t>
            </a:r>
            <a:br/>
            <a:r>
              <a:t>)</a:t>
            </a:r>
            <a:br/>
            <a:r>
              <a:t>DISTRIBUTED BY (customer_id)</a:t>
            </a:r>
            <a:br/>
            <a:r>
              <a:t>PARTITION BY RANGE (sale_date) (...);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TEMP — physical stage с ANALYZE и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Фиксируем промежуточный контракт, который optimizer пересчитывает заново.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Зачем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Новый grain + новый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Обязателен после наполнения.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Под следующий join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Риск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TEMP без фильтра увеличивает стоимость.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TEMP INTERNALS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pg_temp, файлы сегментов, spill ≠ TEMP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Явная TEMP relation и hash/sort spill files — разные механизмы.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pg_temp_NNN session-local.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Файлы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Temporary relfilenode на segments.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work_mem miss → temp files исполнителей.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GPDB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QD координирует, данные на QE.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Паттерн rewrite + проверка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Before/after при фиксированном SET optimizer (GUC сессии).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A37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123"/>
                </a:solidFill>
                <a:latin typeface="Consolas"/>
              </a:defRPr>
            </a:pPr>
            <a:r>
              <a:t>SET optimizer = on;  -- зафиксировали GUC</a:t>
            </a:r>
            <a:br/>
            <a:r>
              <a:t>CREATE TEMP TABLE tmp_sales_feb AS</a:t>
            </a:r>
            <a:br/>
            <a:r>
              <a:t>SELECT customer_id, product_id, amount</a:t>
            </a:r>
            <a:br/>
            <a:r>
              <a:t>FROM lesson03.fact_sales</a:t>
            </a:r>
            <a:br/>
            <a:r>
              <a:t>WHERE sale_date &gt;= DATE '2026-02-01'</a:t>
            </a:r>
            <a:br/>
            <a:r>
              <a:t>  AND sale_date &lt;  DATE '2026-03-01'</a:t>
            </a:r>
            <a:br/>
            <a:r>
              <a:t>DISTRIBUTED BY (customer_id);</a:t>
            </a:r>
            <a:br/>
            <a:r>
              <a:t>ANALYZE tmp_sales_feb;</a:t>
            </a:r>
            <a:br/>
            <a:r>
              <a:t>EXPLAIN ...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SIMPLE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60 минут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Glossary → case → optimizer → EXPLAIN trees → stats → TEMP →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GUC/QD/QE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7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on vs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38" y="278892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6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6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скрины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57" y="278892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5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97764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6060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76" y="278892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4" y="2926080"/>
            <a:ext cx="1508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4" y="3383280"/>
            <a:ext cx="1508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evidence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DEEP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Deep-dive Principal: internals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ORCA memo/xforms, pg_statistic slots, AOCO files, TEMP spill, design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fallback, minidump, join_order GUCs.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Stats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stakind/stavalues/TOAST.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appendonly column layout.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RFC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rewrite + optimizer policy.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3"/>
                </a:solidFill>
                <a:latin typeface="Calibri"/>
              </a:defRPr>
            </a:pPr>
            <a:r>
              <a:t>Что унести с Урока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8"/>
                </a:solidFill>
                <a:latin typeface="Calibri"/>
              </a:defRPr>
            </a:pPr>
            <a:r>
              <a:t>Оптимизация Greenplum — это pipeline + два optimizer + физика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E68"/>
                </a:solidFill>
                <a:latin typeface="Calibri"/>
              </a:defRPr>
            </a:pPr>
            <a: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411480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optimizer on/off — явный выбор движка плана.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14600"/>
            <a:ext cx="411480" cy="457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Деревья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Parse→Rewrite→Optimize→Dispatch→Execute + Motion/slices.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411480" cy="457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3"/>
                </a:solidFill>
                <a:latin typeface="Calibri"/>
              </a:defRPr>
            </a:pPr>
            <a:r>
              <a:t>Доказательство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68"/>
                </a:solidFill>
                <a:latin typeface="Calibri"/>
              </a:defRPr>
            </a:pPr>
            <a:r>
              <a:t>before/after EXPLAIN при фиксированном GUC + stats/TEMP.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